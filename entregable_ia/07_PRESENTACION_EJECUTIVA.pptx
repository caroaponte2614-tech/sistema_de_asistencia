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Contar la historia de un estudiante que se fue sin que nadie lo notara. 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el ejemplo del mensaje (P2). 1,5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en vivo o video. 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0,5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</a:rPr>
              <a:t>Alerta temprana de ausentismo escolar con IA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</a:rPr>
              <a:t>Ya sabemos quién falta; ahora sabemos quién va a dejar de venir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</a:rPr>
              <a:t>Leidy Carolina Aponte · Disciplina: Educación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</a:rPr>
              <a:t>Diplomado en Inteligencia Artificial · Ing. Winder Osorio Villalobos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FFFFFF"/>
                </a:solidFill>
              </a:rPr>
              <a:t>https://github.com/caroaponte2614-tech/Sistema_De_Asistencia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3A8A"/>
                </a:solidFill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El colegio ya registra la asistencia con QR en School_Plus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Pero nadie la lee a tiempo: coordinación revisa Excel a ojo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Cuando llega la alerta, el estudiante ya está bajo el 80 %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Resultado: materias perdidas y deserción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Leidy Carolina Aponte · Diplomado en IA · https://github.com/caroaponte2614-tech/Sistema_De_Asistencia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3A8A"/>
                </a:solidFill>
              </a:rPr>
              <a:t>Hoy vs. lo que queremos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HOY: QR → Excel → revisión manual → alerta tardía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DESEADO: QR → modelo semanal → aviso en la campanita → la IA redacta el mensaje → el docente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Leidy Carolina Aponte · Diplomado en IA · https://github.com/caroaponte2614-tech/Sistema_De_Asistencia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3A8A"/>
                </a:solidFill>
              </a:rPr>
              <a:t>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115 200 registros de asistencia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480 estudiantes, 60 clases, 16 semanas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Estado, método (QR / código / manual), día, franja, tardanza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Datos sintéticos con el esquema real (protege a menores)</a:t>
            </a:r>
          </a:p>
        </p:txBody>
      </p:sp>
      <p:pic>
        <p:nvPicPr>
          <p:cNvPr id="5" name="Picture 4" descr="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394960" cy="33397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Leidy Carolina Aponte · Diplomado en IA · https://github.com/caroaponte2614-tech/Sistema_De_Asistencia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3A8A"/>
                </a:solidFill>
              </a:rPr>
              <a:t>La señal existe antes de la semana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Quien termina en riesgo ya viene cayendo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Se puede predecir antes de que sea tarde</a:t>
            </a:r>
          </a:p>
        </p:txBody>
      </p:sp>
      <p:pic>
        <p:nvPicPr>
          <p:cNvPr id="5" name="Picture 4" descr="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394960" cy="33397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Leidy Carolina Aponte · Diplomado en IA · https://github.com/caroaponte2614-tech/Sistema_De_Asistencia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3A8A"/>
                </a:solidFill>
              </a:rPr>
              <a:t>IA generativa: lo que hace bien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Redacta mensajes empáticos a los acudientes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Clasifica los motivos de las faltas justificadas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Propone planes de intervención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Límite: no predice ni es reproducible → hace falta un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Leidy Carolina Aponte · Diplomado en IA · https://github.com/caroaponte2614-tech/Sistema_De_Asistencia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3A8A"/>
                </a:solidFill>
              </a:rPr>
              <a:t>La solución: 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Random Forest con 9 señales de asistencia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Predice en la semana 8 quién bajará del 80 %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Corre en el servidor del colegio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Avisa al docente y a coordinación en School_Plus</a:t>
            </a:r>
          </a:p>
        </p:txBody>
      </p:sp>
      <p:pic>
        <p:nvPicPr>
          <p:cNvPr id="5" name="Picture 4" descr="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394960" cy="3596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Leidy Carolina Aponte · Diplomado en IA · https://github.com/caroaponte2614-tech/Sistema_De_Asistencia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3A8A"/>
                </a:solidFill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Proyección del QR y registro en vivo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Lista de alertas con sus motivos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Mensaje al acudiente generado y revisado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Leidy Carolina Aponte · Diplomado en IA · https://github.com/caroaponte2614-tech/Sistema_De_Asistencia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3A8A"/>
                </a:solidFill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El modelo detecta 27 de 31 estudiantes en riesgo (87 %)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La regla manual detecta 16 de 31 (52 %)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AUC = 0,90 · 22 de 25 aciertos en la revisión manual</a:t>
            </a:r>
          </a:p>
        </p:txBody>
      </p:sp>
      <p:pic>
        <p:nvPicPr>
          <p:cNvPr id="5" name="Picture 4" descr="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394960" cy="18625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Leidy Carolina Aponte · Diplomado en IA · https://github.com/caroaponte2614-tech/Sistema_De_Asistencia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3A8A"/>
                </a:solidFill>
              </a:rPr>
              <a:t>Donde falla (y lo decimos)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No ve caídas que empiezan después de la semana 8 → calcular cada semana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Una intervención exitosa parece un falso positivo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Los errores se concentran en el borde del 80 %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Leidy Carolina Aponte · Diplomado en IA · https://github.com/caroaponte2614-tech/Sistema_De_Asistencia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3A8A"/>
                </a:solidFill>
              </a:rPr>
              <a:t>Ética: ¿es justo?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Estudiantes sin celular: más falsas alarmas (0,45 vs. 0,20)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Causa: el docente olvida marcarlos → el cierre los deja ausentes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Mitigación: recordatorio, verificación humana, auditoría por periodo</a:t>
            </a:r>
          </a:p>
        </p:txBody>
      </p:sp>
      <p:pic>
        <p:nvPicPr>
          <p:cNvPr id="5" name="Picture 4" descr="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394960" cy="41104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Leidy Carolina Aponte · Diplomado en IA · https://github.com/caroaponte2614-tech/Sistema_De_Asistencia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3A8A"/>
                </a:solidFill>
              </a:rPr>
              <a:t>Privacidad y gobernanza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El modelo corre en local; no se usan IP ni ubicación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La IA generativa recibe resúmenes sin nombres (Ley 1581 de 2012)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La IA recomienda, la persona decide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Prohibido usar la alerta para sancionar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Leidy Carolina Aponte · Diplomado en IA · https://github.com/caroaponte2614-tech/Sistema_De_Asistencia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3A8A"/>
                </a:solidFill>
              </a:rPr>
              <a:t>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~38 horas/mes ahorradas (coordinación + docentes)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Inversión ~$3,4 M COP; ROI ≈ 3,9 veces en el primer año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Lo más importante: estudiantes que no abandonan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Leidy Carolina Aponte · Diplomado en IA · https://github.com/caroaponte2614-tech/Sistema_De_Asistencia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3A8A"/>
                </a:solidFill>
              </a:rPr>
              <a:t>Plan de implementación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1. Piloto en 2 grados durante un periodo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2. Reentrenar con datos reales y auditar equidad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3. Integrar el job semanal y los avisos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4. Capacitar a los docentes (1 h)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5. Extender a toda la institución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Leidy Carolina Aponte · Diplomado en IA · https://github.com/caroaponte2614-tech/Sistema_De_Asistencia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3A8A"/>
                </a:solidFill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La IA es el medio; el problema es el fin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Detectar a tiempo duplica la capacidad de intervenir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Medir el sesgo y explicar cada alerta es tan importante como la métrica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Leidy Carolina Aponte · Diplomado en IA · https://github.com/caroaponte2614-tech/Sistema_De_Asistencia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3A8A"/>
                </a:solidFill>
              </a:rPr>
              <a:t>¿Preguntas?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¿Los datos son reales? Sintéticos con el esquema real; el piloto los reemplaza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¿Por qué Random Forest? Más estable y con mayor sensibilidad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¿Y las falsas alarmas? Cuestan 10 minutos; un estudiante perdido cuesta mucho más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</a:rPr>
              <a:t>• Código y documentos: https://github.com/caroaponte2614-tech/Sistema_De_Asistencia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Leidy Carolina Aponte · Diplomado en IA · https://github.com/caroaponte2614-tech/Sistema_De_Asistencia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